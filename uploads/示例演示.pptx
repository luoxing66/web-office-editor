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示例PPT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这是自动生成的演示文稿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